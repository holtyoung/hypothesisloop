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06B6D4"/>
                </a:solidFill>
                <a:latin typeface="Segoe UI"/>
              </a:rPr>
              <a:t>HypothesisLoop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An LLM-Powered Iterative Hypothesis-Testing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for Tabular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6B6D4"/>
                </a:solidFill>
                <a:latin typeface="Consolas"/>
              </a:rPr>
              <a:t>HOLT  YOUNG    +    SAM  PENN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onsolas"/>
              </a:rPr>
              <a:t>QAC 387 — Wesleyan —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6B6D4"/>
                </a:solidFill>
                <a:latin typeface="Consolas"/>
              </a:rPr>
              <a:t>▸ </a:t>
            </a:r>
            <a:r>
              <a:rPr sz="1700">
                <a:solidFill>
                  <a:srgbClr val="E2E8F0"/>
                </a:solidFill>
                <a:latin typeface="Segoe UI"/>
              </a:rPr>
              <a:t>ChatGPT Code Interpreter is one-shot — you ask, it answers, you figure out the next question yourself.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700" b="1">
                <a:solidFill>
                  <a:srgbClr val="06B6D4"/>
                </a:solidFill>
                <a:latin typeface="Consolas"/>
              </a:rPr>
              <a:t>▸ </a:t>
            </a:r>
            <a:r>
              <a:rPr sz="1700">
                <a:solidFill>
                  <a:srgbClr val="E2E8F0"/>
                </a:solidFill>
                <a:latin typeface="Segoe UI"/>
              </a:rPr>
              <a:t>Real data analysis is iterative: hypothesize → test → learn → repeat. Most people lack the stats/coding background to do that loop unaided.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700" b="1">
                <a:solidFill>
                  <a:srgbClr val="06B6D4"/>
                </a:solidFill>
                <a:latin typeface="Consolas"/>
              </a:rPr>
              <a:t>▸ </a:t>
            </a:r>
            <a:r>
              <a:rPr sz="1700">
                <a:solidFill>
                  <a:srgbClr val="E2E8F0"/>
                </a:solidFill>
                <a:latin typeface="Segoe UI"/>
              </a:rPr>
              <a:t>Existing LLM tools answer single queries; they don't follow up on what they find.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700" b="1">
                <a:solidFill>
                  <a:srgbClr val="06B6D4"/>
                </a:solidFill>
                <a:latin typeface="Consolas"/>
              </a:rPr>
              <a:t>▸ </a:t>
            </a:r>
            <a:r>
              <a:rPr sz="1700">
                <a:solidFill>
                  <a:srgbClr val="E2E8F0"/>
                </a:solidFill>
                <a:latin typeface="Segoe UI"/>
              </a:rPr>
              <a:t>We wanted an agent that wraps the scientific method around a CSV and runs it for the 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6B6D4"/>
                </a:solidFill>
                <a:latin typeface="Consolas"/>
              </a:rPr>
              <a:t>▸ </a:t>
            </a:r>
            <a:r>
              <a:rPr sz="1700">
                <a:solidFill>
                  <a:srgbClr val="E2E8F0"/>
                </a:solidFill>
                <a:latin typeface="Segoe UI"/>
              </a:rPr>
              <a:t>Python LLM agent that runs the scientific method loop on a CSV:  Hypothesize → Experiment → Evaluate → Learn → Repeat.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sz="1700" b="1">
                <a:solidFill>
                  <a:srgbClr val="06B6D4"/>
                </a:solidFill>
                <a:latin typeface="Consolas"/>
              </a:rPr>
              <a:t>▸ </a:t>
            </a:r>
            <a:r>
              <a:rPr sz="1700">
                <a:solidFill>
                  <a:srgbClr val="E2E8F0"/>
                </a:solidFill>
                <a:latin typeface="Segoe UI"/>
              </a:rPr>
              <a:t>Default 5 iterations, fully autonomous, every step traced in Langfuse.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5303520" cy="2286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45720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Consolas"/>
              </a:rPr>
              <a:t>MODE  ·  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Free-form research question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narrative report with charts.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Use case: "tell me what's interesting in this data."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840480"/>
            <a:ext cx="5303520" cy="2286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63640" y="3840480"/>
            <a:ext cx="45720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3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Consolas"/>
              </a:rPr>
              <a:t>MODE  ·  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Pick target column → engineered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features + AutoGluon ensemble.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onsolas"/>
              </a:rPr>
              <a:t>Use case: "build me the best predictor of column X."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8961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Moonshot Kimi K2.6 (default, ~10× cheaper than Opus)  ·  OpenAI GPT-4o-mini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31720"/>
            <a:ext cx="8961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OpenAI text-embedding-3-small (novelty detection, 1,536-dim, cosine 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VECTOR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34640"/>
            <a:ext cx="8961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FAISS (local, in-memory, codebook + statistical-test guide)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TRACING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37560"/>
            <a:ext cx="8961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Langfuse — every LLM call, every iteration, every retry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40480"/>
            <a:ext cx="8961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pandas · scipy · sklearn · AutoGluon (ensemble for Predict 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343400"/>
            <a:ext cx="8961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Streamlit + custom CSS  ·  CLI with --auto / --resume / --report-only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SANDBOX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846320"/>
            <a:ext cx="8961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subprocess + AST denylist + RLIMIT_AS + 30s timeout (no Docker)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349240"/>
            <a:ext cx="8961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~$0.05–$0.15 per run  ·  ~$1.30 for the 28-run validation suite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HOW THE LOOP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How the Loop Actually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212848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21284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HYPOTHESIZE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LLM proposes a falsifiable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77640"/>
            <a:ext cx="19385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In Predict mode, commits to a metric Δ.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828800"/>
            <a:ext cx="2212848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670048" y="1828800"/>
            <a:ext cx="221284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205740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EXPERIMENT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606040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LLM writes Python.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3977640"/>
            <a:ext cx="19385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Sandbox runs it. Retries on error (≤4 attempts).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1828800"/>
            <a:ext cx="2212848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974336" y="1828800"/>
            <a:ext cx="221284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1496" y="205740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2606040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LLM interprets output.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3977640"/>
            <a:ext cx="19385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In Predict, deterministic accept/reject overrides.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8624" y="1828800"/>
            <a:ext cx="2212848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278624" y="1828800"/>
            <a:ext cx="221284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4" y="205740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5784" y="2606040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DAG-tracked trace updated.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784" y="3977640"/>
            <a:ext cx="19385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Novelty gate, soft-decay, bias scanner.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2912" y="1828800"/>
            <a:ext cx="2212848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582912" y="1828800"/>
            <a:ext cx="221284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2057400"/>
            <a:ext cx="19385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REPEAT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2606040"/>
            <a:ext cx="193852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Next iteration sees prior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977640"/>
            <a:ext cx="193852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hypotheses, decisions, AND code failures.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ITERATIONS &amp; PIVOTS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Key Pivots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We rebuilt mid-project. Here's what changed and why.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Consolas"/>
              </a:rPr>
              <a:t>BUILD 4 → HYPOTHESISLOOP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Abandoned the cookie-cutter REPL agent and rebuilt around the original proposal's autonomous loop.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Consolas"/>
              </a:rPr>
              <a:t>OPUS 4.6 → KIMI K2.6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Same tabular-reasoning quality at ~1/10th the cost. 128K context handles full traces without aggressive pruning.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Consolas"/>
              </a:rPr>
              <a:t>SKLEARN BASELINE → AUTOGLUON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Performance: AutoGluon ranks #1 on OpenML AutoML benchmark (63% top-1) — leaves significant accuracy on the table to use anything else.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Consolas"/>
              </a:rPr>
              <a:t>HARD NOVELTY BAN → LAYERED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Prompt-injection + embedding cosine 0.85 + soft-decay (loosens to 0.92 after 3 consecutive rejections).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6B6D4"/>
                </a:solidFill>
                <a:latin typeface="Consolas"/>
              </a:rPr>
              <a:t>PER-ITERATION RETRY ONLY → CROSS-ITERATION ERROR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Next iteration's hypothesize prompt sees prior iterations' code crashes, so the agent stops repeating the same dtype mistakes.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BIAS SCANNER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Bias Scanner &amp;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Pattern: sensitive variable (race · sex · native-country · marital-status) + causal verb (causes · leads to · due to · drives) → flag.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Flagged paragraphs get a ⚠ correlational-only disclaimer prepended in the report; live UI shows a red chip on the iteration card.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Question-level scan (added late): even when the LLM self-disciplines on output, a causal user prompt still triggers a top-of-timeline banner.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Sandbox AST denylist: blocks os, subprocess, eval, file writes outside session dir, target-column references in feature engineering.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ASCII identifier lint: rejects non-ASCII identifiers (e.g. CJK from hallucinations) before sandbox execution.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3F1F1F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515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ECACA"/>
                </a:solidFill>
                <a:latin typeface="Consolas"/>
              </a:rPr>
              <a:t>⚠  Causal claim about a sensitive variable — interpret as correlational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Validation — 28 Runs Across 12 Categories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Total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28800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28 / 28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Consolas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12848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Wall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212848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120.6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96896"/>
            <a:ext cx="110642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2596896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96896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596896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~$1.30 (vs. $25 cap)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80944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BBF24"/>
                </a:solidFill>
                <a:latin typeface="Consolas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80944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Loop completion (no crash)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980944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89% (25 / 28)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64992"/>
            <a:ext cx="110642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3364992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BBF24"/>
                </a:solidFill>
                <a:latin typeface="Consolas"/>
              </a:rPr>
              <a:t>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364992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Codegen success (raw exit 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364992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4904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49040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Codegen success (with retries)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749040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87%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33088"/>
            <a:ext cx="110642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133088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33088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Novelty gate firing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133088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28 rejections across 149 iters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17136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17136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Bias scanner — node 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517136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0 / 0 fires (LLM self-disciplines)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01184"/>
            <a:ext cx="110642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4901184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901184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Bias scanner — question level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901184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Catches every causal-framed prompt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285232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285232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Final report renders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285232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27 / 28 (96%)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669280"/>
            <a:ext cx="110642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31520" y="5669280"/>
            <a:ext cx="320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D399"/>
                </a:solidFill>
                <a:latin typeface="Consola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69280"/>
            <a:ext cx="5943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Predict-mode AutoGluon lift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669280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6B6D4"/>
                </a:solidFill>
                <a:latin typeface="Consolas"/>
              </a:rPr>
              <a:t>Baseline 0.905 → Final 0.932 ROC 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09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Honest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Windows can't enforce RAM cap (POSIX-only setrlimit). Documented; timeout is the primary defense.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Kimi nondeterminism: ~50% of attempts crash on a trailing plot block even when the analysis itself worked. Retry catches most; metrics still emit.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Predict mode's +0.001 ROC-AUC threshold rejects most LLM-proposed features. Conservatism is intentional but limits visible feature acceptance in short runs.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Stateful FE transforms (target encoding, mean-centering) silently degrade quality on the test split. Mitigated by prompt rules; real fix is sklearn fit/transform pipelines.</a:t>
            </a:r>
          </a:p>
          <a:p>
            <a:pPr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Bias scanner has zero hit rate at the node level — the LLM self-disciplines on causal language. Question-level scan added as backstop.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sklearn fit/transform pipeline for stateful FE (the proper fix for the test-split quality drift).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Multi-target prediction; multi-objective optimization across competing metrics.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Persistent embedding cache (currently in-process LRU only).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Cross-dataset benchmarks: House Prices (regression), WHO Life Expectancy.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Schedule-driven scheduler — replace LinearScheduler with RD-Agent-style probabilistic exploration.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Hyphenated target columns (P2.1 crashed on `hours-per-week`); plain wiring fix.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500" b="1">
                <a:solidFill>
                  <a:srgbClr val="06B6D4"/>
                </a:solidFill>
                <a:latin typeface="Consolas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Live mid-iteration sub-step status (currently single-string label until iteration completes).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54864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99669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$ python -m streamlit run hypothesisloop/ui/streamlit_app.py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▸ Upload data/adult.csv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▸ Switch to PREDICT mode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▸ Target = income  ·  task = classification (auto)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▸ Auto-run · max-iters 5 · AutoML budget 120s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▸ Hit ▶ START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▸ Watch iterations stream into the timeline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▸ Use ↻ CONTINUE +5 ITERS to extend the run mid-flight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Consolas"/>
              </a:rPr>
              <a:t>▸ Open the generated report.md and AutoGluon leaderboard.csv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onsolas"/>
              </a:rPr>
              <a:t>Backup: pre-recorded run in reports/hl-20260501-045426-1a98 — same flow, same artifacts.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onsolas"/>
              </a:rPr>
              <a:t>◐ HYPOTHESISLOOP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14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SECTION 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91440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SLIDE  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4572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2E8F0"/>
                </a:solidFill>
                <a:latin typeface="Segoe UI"/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onsolas"/>
              </a:rPr>
              <a:t>▸ </a:t>
            </a:r>
            <a:r>
              <a:rPr sz="1600">
                <a:solidFill>
                  <a:srgbClr val="E2E8F0"/>
                </a:solidFill>
                <a:latin typeface="Segoe UI"/>
              </a:rPr>
              <a:t>We pivoted away from the assignment scaffolding and built what we actually proposed.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onsolas"/>
              </a:rPr>
              <a:t>▸ </a:t>
            </a:r>
            <a:r>
              <a:rPr sz="1600">
                <a:solidFill>
                  <a:srgbClr val="E2E8F0"/>
                </a:solidFill>
                <a:latin typeface="Segoe UI"/>
              </a:rPr>
              <a:t>Auditable: every hypothesis, every line of code, every decision lives in Langfuse and a Markdown report.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onsolas"/>
              </a:rPr>
              <a:t>▸ </a:t>
            </a:r>
            <a:r>
              <a:rPr sz="1600">
                <a:solidFill>
                  <a:srgbClr val="E2E8F0"/>
                </a:solidFill>
                <a:latin typeface="Segoe UI"/>
              </a:rPr>
              <a:t>Two modes from one loop: insights AND a deployable model from the same engine.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onsolas"/>
              </a:rPr>
              <a:t>▸ </a:t>
            </a:r>
            <a:r>
              <a:rPr sz="1600">
                <a:solidFill>
                  <a:srgbClr val="E2E8F0"/>
                </a:solidFill>
                <a:latin typeface="Segoe UI"/>
              </a:rPr>
              <a:t>~$0.05 / run.  100% local sandbox.  No vendor lock-in beyond the LLM provider.</a:t>
            </a:r>
          </a:p>
          <a:p>
            <a:pPr>
              <a:spcBef>
                <a:spcPts val="1400"/>
              </a:spcBef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onsolas"/>
              </a:rPr>
              <a:t>▸ </a:t>
            </a:r>
            <a:r>
              <a:rPr sz="1600">
                <a:solidFill>
                  <a:srgbClr val="E2E8F0"/>
                </a:solidFill>
                <a:latin typeface="Segoe UI"/>
              </a:rPr>
              <a:t>Predict mode shipped a real ROC-AUC lift: 0.905 baseline → 0.932 AutoGluon ensemble on UCI Adult.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6B6D4"/>
                </a:solidFill>
                <a:latin typeface="Segoe U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